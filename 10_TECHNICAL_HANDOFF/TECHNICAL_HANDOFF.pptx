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Technical Handoff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AUTOAWQ | Category: CHIP_QUANTIZATION</a:t>
            </a:r>
          </a:p>
          <a:p>
            <a:r>
              <a:rPr sz="1400"/>
              <a:t>Upstream: https://github.com/casper-hansen/AutoAWQ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technical handoff for the Anticloud integration of AUTOAWQ.</a:t>
            </a:r>
          </a:p>
          <a:p>
            <a:r>
              <a:rPr sz="1400"/>
              <a:t>AWQ 4-bit quantization for LLMs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AUTOAWQ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